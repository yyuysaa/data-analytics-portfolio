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PRESENT: a private AI companion that helps you follow your schedule and be present. Working title. Core = AI friend + streak. Social 'life story' feed comes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isn't lack of scheduling apps. It's the follow-through gap and the coldness of existing reminders.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insight: warmth + self-honesty. This is the emotional differentiator vs a calendar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= Option 2 flow: user builds schedule, app nudges + photo check-in + streak. AI personality is the crown jewel.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 per Matthew: the friendly AI nudge with personality. Everything else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growth engine. Deliberately AFTER the solo core is proven. This is what makes it spread, but building it too early = cold-start death.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GTM: warm launch to church + SJSU. Deliberately small, trust-based, viral by word of mouth.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Discipline: validate before building. Solo core before social. This sequencing avoids the two classic killers (building too much, cold-start).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risks honestly BUILDS credibility with your aunt, camp mentors, and teammates. Each risk has a mitigation baked into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emotional hook + the concrete next action. Leaves the room (aunt, camp, teammates) with a clear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2926080" cy="292608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that keeps you showing up for your own life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AI companion + streak tracker that turns your daily schedule into the story of your life.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 ·  Founder concept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all make schedules. We just don't follow them.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E8E6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Plans die by noon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a schedule Sunday night. By Monday afternoon you've drifted, and you don't even notice until the day's gone.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E8E6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92024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Calendars feel cold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09160" y="33832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reminder is a robotic ping. It nags — it doesn't care whether you actually showed up.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0392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honest mirror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03920" y="33832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makes you stop and admit what you're really doing at 1pm — studying, or scrolling in bed?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Accountability works best when it feels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like a friend — not an alarm.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BeReal proved millions will snap an honest photo of their real moment. But BeReal is random and pointless. PRESENT gives that same honesty a spine: your photo is tied to your goals — proof, just for you, that you did the thing you said you would.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"A calendar tells you what's next. A friend makes sure you actually get there."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PRESENT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your day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your schedule — classes, gym, study blocks, meals.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16459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822960" cy="8229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 a warm nudge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320040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1pm your AI friend pings: "Time for Data Science — go be brilliant."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06440" y="16459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822960" cy="82296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8076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Snap a check-in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80760" y="320040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private photo of the real moment. Honest, just for you.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95360" y="16459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006840" y="1600200"/>
            <a:ext cx="822960" cy="82296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86968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your streak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9680" y="320040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up, keep the streak alive, and watch your consistency grow.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E8E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companion is the heart — it learns your rhythm and speaks like someone who's rooting for you.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it's not just another reminder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2F2F4"/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155448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B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Calendar / reminder apps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3796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1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Robotic ping on a timer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warm AI friend who roots for you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You tap 'done' (easy to lie)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291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photo — an honest moment with yourself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Forgettable, deleted in a week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4069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streak + your life story keeps you coming back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For your tasks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4846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becoming who you want to be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A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story of your life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solo experience is loved, PRESENT opens up — optionally. Your check-ins become a private feed only close friends can see: a highlight reel of you actually living your goals, not a curated fake. Private, friends-only, or fully public — you choose.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3337560" cy="1463040"/>
          </a:xfrm>
          <a:prstGeom prst="roundRect">
            <a:avLst>
              <a:gd name="adj" fmla="val 6250"/>
            </a:avLst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Private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 — pure self-accountability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4480560"/>
            <a:ext cx="3337560" cy="1463040"/>
          </a:xfrm>
          <a:prstGeom prst="roundRect">
            <a:avLst>
              <a:gd name="adj" fmla="val 6250"/>
            </a:avLst>
          </a:prstGeom>
          <a:solidFill>
            <a:srgbClr val="FF5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Friends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0" y="51206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circle keeps each other going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4480560"/>
            <a:ext cx="3337560" cy="1463040"/>
          </a:xfrm>
          <a:prstGeom prst="roundRect">
            <a:avLst>
              <a:gd name="adj" fmla="val 6250"/>
            </a:avLst>
          </a:prstGeom>
          <a:solidFill>
            <a:srgbClr val="FF5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Public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0" y="51206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journey, inspire others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we start with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E8E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first believers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struggle to follow a schedule — students, self-improvers, anyone who sets goals and drifts.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want structure. They just need a friend to keep them honest.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narrow, not "everyone." Everyone = no 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1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First 50 users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23774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community + SJSU friend groups — people who already trust Matthew.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mouth: each user brings a friend or two. Grow by trust, not ads.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real beats big and empty. Nail 50 before chasing 5,000.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15-20 people who struggle with schedules. Does the AI-friend idea excite them? Refine before coding.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6459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FF5A5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6459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Solo core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+ schedule + photo check-in + streak. Private only. Ship to first 50.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6459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FFC145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459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Life story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friends feed. Privacy layers. Let it spread by word of mouth.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06840" y="16459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16459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9B5DE5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16459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Later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3544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32004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personality upgrades to the AI, public journeys. Explore what people love most.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could kill this — and how we'd survive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24244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1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Cold start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app is empty without friends. → Solo core must be valuable ALONE. The feed is a bonus, not the point.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24244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97764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931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1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Logging fatigue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photo can feel like a chore. → Keep it 2 seconds. The AI's warmth is the reward, not a nag.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2424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82880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1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Privacy fears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are sensitive. → Private by default. Friends or public are opt-in only. Trust is the product.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2424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97764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3931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1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"Just a calendar"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480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feels generic, we're dead. → Obsess over the companion's personality. That's the whole moat.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5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474720"/>
            <a:ext cx="4114800" cy="411480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 present.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7724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calendar. A companion that helps you show up for the life you're trying to build.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5120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validate with 15-20 real people, then build the solo core.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2026-07-18T02:38:51Z</dcterms:created>
  <dcterms:modified xsi:type="dcterms:W3CDTF">2026-07-18T02:38:51Z</dcterms:modified>
</cp:coreProperties>
</file>